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1079976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1557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2356703"/>
            <a:ext cx="9179799" cy="501340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7563446"/>
            <a:ext cx="8099822" cy="3476717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762A-9509-4C47-BCDA-57E1A5E925E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9F4F-E5AD-4FF0-A6E8-DD435494A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883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762A-9509-4C47-BCDA-57E1A5E925E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9F4F-E5AD-4FF0-A6E8-DD435494A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239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3590057"/>
            <a:ext cx="9314796" cy="5990088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9636813"/>
            <a:ext cx="9314796" cy="3150046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762A-9509-4C47-BCDA-57E1A5E925E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9F4F-E5AD-4FF0-A6E8-DD435494A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263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3833390"/>
            <a:ext cx="4589899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3833390"/>
            <a:ext cx="4589899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762A-9509-4C47-BCDA-57E1A5E925E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9F4F-E5AD-4FF0-A6E8-DD435494A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211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66681"/>
            <a:ext cx="9314796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3530053"/>
            <a:ext cx="4568805" cy="1730025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5260078"/>
            <a:ext cx="4568805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3530053"/>
            <a:ext cx="4591306" cy="1730025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5260078"/>
            <a:ext cx="4591306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762A-9509-4C47-BCDA-57E1A5E925E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9F4F-E5AD-4FF0-A6E8-DD435494A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095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762A-9509-4C47-BCDA-57E1A5E925E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9F4F-E5AD-4FF0-A6E8-DD435494A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589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762A-9509-4C47-BCDA-57E1A5E925E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9F4F-E5AD-4FF0-A6E8-DD435494A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061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960014"/>
            <a:ext cx="3483205" cy="3360050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2073367"/>
            <a:ext cx="5467380" cy="10233485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4320064"/>
            <a:ext cx="3483205" cy="8003453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762A-9509-4C47-BCDA-57E1A5E925E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9F4F-E5AD-4FF0-A6E8-DD435494A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972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960014"/>
            <a:ext cx="3483205" cy="3360050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2073367"/>
            <a:ext cx="5467380" cy="10233485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4320064"/>
            <a:ext cx="3483205" cy="8003453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762A-9509-4C47-BCDA-57E1A5E925E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9F4F-E5AD-4FF0-A6E8-DD435494A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721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762A-9509-4C47-BCDA-57E1A5E925E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9F4F-E5AD-4FF0-A6E8-DD435494A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04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766678"/>
            <a:ext cx="2328699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766678"/>
            <a:ext cx="6851100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762A-9509-4C47-BCDA-57E1A5E925E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9F4F-E5AD-4FF0-A6E8-DD435494A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626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766681"/>
            <a:ext cx="9314796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3833390"/>
            <a:ext cx="9314796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3346867"/>
            <a:ext cx="2429947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7D762A-9509-4C47-BCDA-57E1A5E925E3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3346867"/>
            <a:ext cx="364492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3346867"/>
            <a:ext cx="2429947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2A9F4F-E5AD-4FF0-A6E8-DD435494A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336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图片 714">
            <a:extLst>
              <a:ext uri="{FF2B5EF4-FFF2-40B4-BE49-F238E27FC236}">
                <a16:creationId xmlns:a16="http://schemas.microsoft.com/office/drawing/2014/main" id="{A0001F77-1195-3035-4AB4-A4C9920D5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584" y="9198298"/>
            <a:ext cx="6642141" cy="4649498"/>
          </a:xfrm>
          <a:prstGeom prst="rect">
            <a:avLst/>
          </a:prstGeom>
        </p:spPr>
      </p:pic>
      <p:pic>
        <p:nvPicPr>
          <p:cNvPr id="717" name="图片 716">
            <a:extLst>
              <a:ext uri="{FF2B5EF4-FFF2-40B4-BE49-F238E27FC236}">
                <a16:creationId xmlns:a16="http://schemas.microsoft.com/office/drawing/2014/main" id="{37BEE18C-71DB-36D2-8EE0-CDD03F5D0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38" y="5920346"/>
            <a:ext cx="4370603" cy="3277952"/>
          </a:xfrm>
          <a:prstGeom prst="rect">
            <a:avLst/>
          </a:prstGeom>
        </p:spPr>
      </p:pic>
      <p:pic>
        <p:nvPicPr>
          <p:cNvPr id="719" name="图片 718">
            <a:extLst>
              <a:ext uri="{FF2B5EF4-FFF2-40B4-BE49-F238E27FC236}">
                <a16:creationId xmlns:a16="http://schemas.microsoft.com/office/drawing/2014/main" id="{8F50AA0A-6271-2791-251A-133BB863D5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451" y="5920346"/>
            <a:ext cx="5900312" cy="3277952"/>
          </a:xfrm>
          <a:prstGeom prst="rect">
            <a:avLst/>
          </a:prstGeom>
        </p:spPr>
      </p:pic>
      <p:pic>
        <p:nvPicPr>
          <p:cNvPr id="721" name="图片 720">
            <a:extLst>
              <a:ext uri="{FF2B5EF4-FFF2-40B4-BE49-F238E27FC236}">
                <a16:creationId xmlns:a16="http://schemas.microsoft.com/office/drawing/2014/main" id="{15255276-9A92-877C-915D-62508CD901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585" y="711169"/>
            <a:ext cx="9521205" cy="4760603"/>
          </a:xfrm>
          <a:prstGeom prst="rect">
            <a:avLst/>
          </a:prstGeom>
        </p:spPr>
      </p:pic>
      <p:sp>
        <p:nvSpPr>
          <p:cNvPr id="722" name="文本框 721">
            <a:extLst>
              <a:ext uri="{FF2B5EF4-FFF2-40B4-BE49-F238E27FC236}">
                <a16:creationId xmlns:a16="http://schemas.microsoft.com/office/drawing/2014/main" id="{5D6C82D2-ADE5-CFEE-ADC1-E6402146CE8A}"/>
              </a:ext>
            </a:extLst>
          </p:cNvPr>
          <p:cNvSpPr txBox="1"/>
          <p:nvPr/>
        </p:nvSpPr>
        <p:spPr>
          <a:xfrm>
            <a:off x="288758" y="552417"/>
            <a:ext cx="497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A</a:t>
            </a:r>
          </a:p>
        </p:txBody>
      </p:sp>
      <p:sp>
        <p:nvSpPr>
          <p:cNvPr id="724" name="文本框 723">
            <a:extLst>
              <a:ext uri="{FF2B5EF4-FFF2-40B4-BE49-F238E27FC236}">
                <a16:creationId xmlns:a16="http://schemas.microsoft.com/office/drawing/2014/main" id="{E9FCEA7E-3BAD-19E0-B75D-2139A1A67D82}"/>
              </a:ext>
            </a:extLst>
          </p:cNvPr>
          <p:cNvSpPr txBox="1"/>
          <p:nvPr/>
        </p:nvSpPr>
        <p:spPr>
          <a:xfrm>
            <a:off x="243976" y="9317061"/>
            <a:ext cx="497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D</a:t>
            </a:r>
          </a:p>
        </p:txBody>
      </p:sp>
      <p:sp>
        <p:nvSpPr>
          <p:cNvPr id="726" name="文本框 725">
            <a:extLst>
              <a:ext uri="{FF2B5EF4-FFF2-40B4-BE49-F238E27FC236}">
                <a16:creationId xmlns:a16="http://schemas.microsoft.com/office/drawing/2014/main" id="{0F7395D0-084F-2D64-EC17-7AF88221F65F}"/>
              </a:ext>
            </a:extLst>
          </p:cNvPr>
          <p:cNvSpPr txBox="1"/>
          <p:nvPr/>
        </p:nvSpPr>
        <p:spPr>
          <a:xfrm>
            <a:off x="4762431" y="5614191"/>
            <a:ext cx="11842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C</a:t>
            </a:r>
          </a:p>
        </p:txBody>
      </p:sp>
      <p:sp>
        <p:nvSpPr>
          <p:cNvPr id="728" name="文本框 727">
            <a:extLst>
              <a:ext uri="{FF2B5EF4-FFF2-40B4-BE49-F238E27FC236}">
                <a16:creationId xmlns:a16="http://schemas.microsoft.com/office/drawing/2014/main" id="{7E8FAD74-C5A0-2C39-216B-B8FD4BEF5FAB}"/>
              </a:ext>
            </a:extLst>
          </p:cNvPr>
          <p:cNvSpPr txBox="1"/>
          <p:nvPr/>
        </p:nvSpPr>
        <p:spPr>
          <a:xfrm>
            <a:off x="307738" y="5614191"/>
            <a:ext cx="956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581017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404982D-5BA6-F1F9-9389-F86758A6E6F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12" t="3794" r="9708"/>
          <a:stretch>
            <a:fillRect/>
          </a:stretch>
        </p:blipFill>
        <p:spPr>
          <a:xfrm>
            <a:off x="213328" y="273204"/>
            <a:ext cx="5430645" cy="138538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F213449-813E-4BA1-247A-CFA3BA441E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8982" y="2295805"/>
            <a:ext cx="2313243" cy="289155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2702655-6D84-6AB0-5CFF-8DDEF395F2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975" y="2295806"/>
            <a:ext cx="3071229" cy="263248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6396C21-11B0-AB4F-457A-4443A46F4C3F}"/>
              </a:ext>
            </a:extLst>
          </p:cNvPr>
          <p:cNvSpPr txBox="1"/>
          <p:nvPr/>
        </p:nvSpPr>
        <p:spPr>
          <a:xfrm>
            <a:off x="288758" y="552417"/>
            <a:ext cx="497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A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4A068E-0431-5FD5-0F38-084084F73381}"/>
              </a:ext>
            </a:extLst>
          </p:cNvPr>
          <p:cNvSpPr txBox="1"/>
          <p:nvPr/>
        </p:nvSpPr>
        <p:spPr>
          <a:xfrm>
            <a:off x="7806714" y="1343834"/>
            <a:ext cx="11842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C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873370-CE2E-F0C4-9AA8-17828CDFE3B8}"/>
              </a:ext>
            </a:extLst>
          </p:cNvPr>
          <p:cNvSpPr txBox="1"/>
          <p:nvPr/>
        </p:nvSpPr>
        <p:spPr>
          <a:xfrm>
            <a:off x="4552975" y="1343835"/>
            <a:ext cx="956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B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41EC81F-236D-46F2-24DC-BED847B4CD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840" y="10795960"/>
            <a:ext cx="3030595" cy="259765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4A66E99-398A-3D14-B32A-1DBC193992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714" y="7682431"/>
            <a:ext cx="2701662" cy="231571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FACE110-35BA-E65E-30EB-2C059B46CA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9894" y="10795960"/>
            <a:ext cx="3071229" cy="263248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4F052A96-DE40-54DB-872C-FAAD12551E6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021" y="7682431"/>
            <a:ext cx="2784974" cy="238712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2DDF1135-0106-DE9E-D058-A1548A8DE99D}"/>
              </a:ext>
            </a:extLst>
          </p:cNvPr>
          <p:cNvSpPr txBox="1"/>
          <p:nvPr/>
        </p:nvSpPr>
        <p:spPr>
          <a:xfrm>
            <a:off x="7650283" y="7483165"/>
            <a:ext cx="11842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E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A85B3E6-9595-952E-FFB3-052D1BE53153}"/>
              </a:ext>
            </a:extLst>
          </p:cNvPr>
          <p:cNvSpPr txBox="1"/>
          <p:nvPr/>
        </p:nvSpPr>
        <p:spPr>
          <a:xfrm>
            <a:off x="4396544" y="7483166"/>
            <a:ext cx="956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D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A0ADBAE-B3DE-C9C6-E0C4-9B5706715FF8}"/>
              </a:ext>
            </a:extLst>
          </p:cNvPr>
          <p:cNvSpPr txBox="1"/>
          <p:nvPr/>
        </p:nvSpPr>
        <p:spPr>
          <a:xfrm>
            <a:off x="7633633" y="10529695"/>
            <a:ext cx="11842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G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EE1C74C-E252-AFD2-15B3-CF94536EFDF2}"/>
              </a:ext>
            </a:extLst>
          </p:cNvPr>
          <p:cNvSpPr txBox="1"/>
          <p:nvPr/>
        </p:nvSpPr>
        <p:spPr>
          <a:xfrm>
            <a:off x="4379894" y="10529696"/>
            <a:ext cx="956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621159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</TotalTime>
  <Words>11</Words>
  <Application>Microsoft Office PowerPoint</Application>
  <PresentationFormat>自定义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慧宇 孙</dc:creator>
  <cp:lastModifiedBy>慧宇 孙</cp:lastModifiedBy>
  <cp:revision>2</cp:revision>
  <dcterms:created xsi:type="dcterms:W3CDTF">2026-07-26T06:35:53Z</dcterms:created>
  <dcterms:modified xsi:type="dcterms:W3CDTF">2026-07-26T07:55:40Z</dcterms:modified>
</cp:coreProperties>
</file>